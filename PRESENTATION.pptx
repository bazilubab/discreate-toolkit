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158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2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5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0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9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4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52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1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44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8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0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7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99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25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47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793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21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47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SETS &amp; RELATIONS TOOLKIT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Submitted by: Noorshah &amp; Bazil</a:t>
            </a:r>
          </a:p>
          <a:p>
            <a:r>
              <a:t>2nd Semester, BS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C++ project to implement a basic toolkit for:</a:t>
            </a:r>
          </a:p>
          <a:p>
            <a:r>
              <a:t>- Set operations</a:t>
            </a:r>
          </a:p>
          <a:p>
            <a:r>
              <a:t>- Relation operations</a:t>
            </a:r>
          </a:p>
          <a:p>
            <a:r>
              <a:t>- Applying OOP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Perform basic set operations</a:t>
            </a:r>
          </a:p>
          <a:p>
            <a:r>
              <a:t>- Check properties of relations</a:t>
            </a:r>
          </a:p>
          <a:p>
            <a:r>
              <a:t>- Apply simple Object-Oriented Programming (OOP)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Design a user-friendly console-based toolkit</a:t>
            </a:r>
          </a:p>
          <a:p>
            <a:r>
              <a:t>- Support both manual and predefined data inputs</a:t>
            </a:r>
          </a:p>
          <a:p>
            <a:r>
              <a:t>- Demonstrate practical applications of set theory and relations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Programming Language: C++</a:t>
            </a:r>
          </a:p>
          <a:p>
            <a:r>
              <a:t>- Compiler: Dev C++</a:t>
            </a:r>
          </a:p>
          <a:p>
            <a:r>
              <a:t>- Concepts: Classes, Objects, Function Overloading, Templates (optional)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Union, Intersection, Difference of Sets</a:t>
            </a:r>
          </a:p>
          <a:p>
            <a:r>
              <a:t>- Reflexive, Symmetric, Transitive checks</a:t>
            </a:r>
          </a:p>
          <a:p>
            <a:r>
              <a:t>- Input validation and error handling</a:t>
            </a:r>
          </a:p>
          <a:p>
            <a:r>
              <a:t>- Modular code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GUI-based version</a:t>
            </a:r>
          </a:p>
          <a:p>
            <a:r>
              <a:t>- Integration with file input/output</a:t>
            </a:r>
          </a:p>
          <a:p>
            <a:r>
              <a:t>- Visualization of set relations as graphs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Reinforces understanding of:</a:t>
            </a:r>
          </a:p>
          <a:p>
            <a:r>
              <a:t>  • Set theory fundamentals</a:t>
            </a:r>
          </a:p>
          <a:p>
            <a:r>
              <a:t>  • C++ OOP concepts</a:t>
            </a:r>
          </a:p>
          <a:p>
            <a:r>
              <a:t>- Offers a foundation for more advanced discrete mathematics tools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185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SETS &amp; RELATIONS TOOLKIT</vt:lpstr>
      <vt:lpstr>Introduction</vt:lpstr>
      <vt:lpstr>Objectives</vt:lpstr>
      <vt:lpstr>Scope of the Project</vt:lpstr>
      <vt:lpstr>Tools &amp; Technologies</vt:lpstr>
      <vt:lpstr>Key Features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SETS &amp; RELATIONS TOOLKIT</dc:title>
  <dc:subject/>
  <dc:creator>Noorshah Mamdani LT</dc:creator>
  <cp:keywords/>
  <dc:description>generated using python-pptx</dc:description>
  <cp:lastModifiedBy>Mohit Computers</cp:lastModifiedBy>
  <cp:revision>3</cp:revision>
  <dcterms:created xsi:type="dcterms:W3CDTF">2013-01-27T09:14:16Z</dcterms:created>
  <dcterms:modified xsi:type="dcterms:W3CDTF">2025-06-10T17:51:05Z</dcterms:modified>
  <cp:category/>
</cp:coreProperties>
</file>